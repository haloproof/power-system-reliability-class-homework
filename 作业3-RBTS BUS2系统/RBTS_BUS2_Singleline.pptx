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63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547BE-A7E2-4D35-938C-99DBFBD1202E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3C44B-C70C-4002-A10E-6C4035760B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44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93C44B-C70C-4002-A10E-6C4035760BA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809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51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413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62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1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8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44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067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8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552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7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62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586F3-04AC-42AF-8FD9-09A2CA137F26}" type="datetimeFigureOut">
              <a:rPr lang="zh-CN" altLang="en-US" smtClean="0"/>
              <a:t>2021/3/10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550AD-188A-482B-B22A-F41836A8B4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7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477212" y="4168143"/>
            <a:ext cx="1674112" cy="432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812792" y="5417312"/>
            <a:ext cx="2911856" cy="20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/>
          <p:nvPr/>
        </p:nvCxnSpPr>
        <p:spPr>
          <a:xfrm rot="16200000" flipV="1">
            <a:off x="2881411" y="3056158"/>
            <a:ext cx="3021291" cy="1701020"/>
          </a:xfrm>
          <a:prstGeom prst="bentConnector3">
            <a:avLst>
              <a:gd name="adj1" fmla="val 24443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6200000">
            <a:off x="4447430" y="2575912"/>
            <a:ext cx="940862" cy="577023"/>
            <a:chOff x="2132667" y="5227516"/>
            <a:chExt cx="669834" cy="384779"/>
          </a:xfrm>
        </p:grpSpPr>
        <p:cxnSp>
          <p:nvCxnSpPr>
            <p:cNvPr id="59" name="直接连接符 58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59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63" name="椭圆 62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1" name="直接连接符 60"/>
            <p:cNvCxnSpPr>
              <a:stCxn id="64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>
              <a:endCxn id="63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肘形连接符 71"/>
          <p:cNvCxnSpPr/>
          <p:nvPr/>
        </p:nvCxnSpPr>
        <p:spPr>
          <a:xfrm rot="10800000" flipV="1">
            <a:off x="3543609" y="1241871"/>
            <a:ext cx="1724154" cy="1164927"/>
          </a:xfrm>
          <a:prstGeom prst="bentConnector3">
            <a:avLst>
              <a:gd name="adj1" fmla="val 19947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组合 111"/>
          <p:cNvGrpSpPr/>
          <p:nvPr/>
        </p:nvGrpSpPr>
        <p:grpSpPr>
          <a:xfrm rot="16200000">
            <a:off x="3064537" y="4868600"/>
            <a:ext cx="940862" cy="577023"/>
            <a:chOff x="2132667" y="5227516"/>
            <a:chExt cx="669834" cy="384779"/>
          </a:xfrm>
        </p:grpSpPr>
        <p:cxnSp>
          <p:nvCxnSpPr>
            <p:cNvPr id="113" name="直接连接符 112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组合 113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5" name="直接连接符 114"/>
            <p:cNvCxnSpPr>
              <a:stCxn id="118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>
              <a:endCxn id="117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组合 118"/>
          <p:cNvGrpSpPr/>
          <p:nvPr/>
        </p:nvGrpSpPr>
        <p:grpSpPr>
          <a:xfrm>
            <a:off x="2600118" y="4383339"/>
            <a:ext cx="940862" cy="577023"/>
            <a:chOff x="2132667" y="5227516"/>
            <a:chExt cx="669834" cy="384779"/>
          </a:xfrm>
        </p:grpSpPr>
        <p:cxnSp>
          <p:nvCxnSpPr>
            <p:cNvPr id="120" name="直接连接符 119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组合 120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24" name="椭圆 123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22" name="直接连接符 121"/>
            <p:cNvCxnSpPr>
              <a:stCxn id="125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>
              <a:endCxn id="124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 rot="10800000">
            <a:off x="4893531" y="2123544"/>
            <a:ext cx="940862" cy="577023"/>
            <a:chOff x="2132667" y="5227516"/>
            <a:chExt cx="669834" cy="384779"/>
          </a:xfrm>
        </p:grpSpPr>
        <p:cxnSp>
          <p:nvCxnSpPr>
            <p:cNvPr id="127" name="直接连接符 126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8" name="组合 127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29" name="直接连接符 128"/>
            <p:cNvCxnSpPr>
              <a:stCxn id="132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>
              <a:endCxn id="131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/>
          <p:cNvGrpSpPr/>
          <p:nvPr/>
        </p:nvGrpSpPr>
        <p:grpSpPr>
          <a:xfrm rot="10800000">
            <a:off x="5049851" y="959411"/>
            <a:ext cx="940862" cy="577023"/>
            <a:chOff x="2132667" y="5227516"/>
            <a:chExt cx="669834" cy="384779"/>
          </a:xfrm>
        </p:grpSpPr>
        <p:cxnSp>
          <p:nvCxnSpPr>
            <p:cNvPr id="134" name="直接连接符 133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组合 134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38" name="椭圆 137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36" name="直接连接符 135"/>
            <p:cNvCxnSpPr>
              <a:stCxn id="139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>
              <a:endCxn id="138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组合 139"/>
          <p:cNvGrpSpPr/>
          <p:nvPr/>
        </p:nvGrpSpPr>
        <p:grpSpPr>
          <a:xfrm rot="5400000">
            <a:off x="3075654" y="1680295"/>
            <a:ext cx="940862" cy="577023"/>
            <a:chOff x="2132667" y="5227516"/>
            <a:chExt cx="669834" cy="384779"/>
          </a:xfrm>
        </p:grpSpPr>
        <p:cxnSp>
          <p:nvCxnSpPr>
            <p:cNvPr id="141" name="直接连接符 140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" name="组合 141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45" name="椭圆 144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3" name="直接连接符 142"/>
            <p:cNvCxnSpPr>
              <a:stCxn id="146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>
              <a:endCxn id="145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7" name="组合 146"/>
          <p:cNvGrpSpPr/>
          <p:nvPr/>
        </p:nvGrpSpPr>
        <p:grpSpPr>
          <a:xfrm>
            <a:off x="2603882" y="2114477"/>
            <a:ext cx="940862" cy="577023"/>
            <a:chOff x="2132667" y="5227516"/>
            <a:chExt cx="669834" cy="384779"/>
          </a:xfrm>
        </p:grpSpPr>
        <p:cxnSp>
          <p:nvCxnSpPr>
            <p:cNvPr id="148" name="直接连接符 147"/>
            <p:cNvCxnSpPr/>
            <p:nvPr/>
          </p:nvCxnSpPr>
          <p:spPr>
            <a:xfrm flipH="1">
              <a:off x="2132667" y="5227516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9" name="组合 148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152" name="椭圆 151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50" name="直接连接符 149"/>
            <p:cNvCxnSpPr>
              <a:stCxn id="153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>
              <a:endCxn id="152" idx="2"/>
            </p:cNvCxnSpPr>
            <p:nvPr/>
          </p:nvCxnSpPr>
          <p:spPr>
            <a:xfrm rot="5400000" flipV="1">
              <a:off x="2244532" y="5311774"/>
              <a:ext cx="0" cy="2235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肘形连接符 153"/>
          <p:cNvCxnSpPr/>
          <p:nvPr/>
        </p:nvCxnSpPr>
        <p:spPr>
          <a:xfrm rot="5400000" flipH="1" flipV="1">
            <a:off x="6162914" y="3193016"/>
            <a:ext cx="3491744" cy="988920"/>
          </a:xfrm>
          <a:prstGeom prst="bentConnector3">
            <a:avLst>
              <a:gd name="adj1" fmla="val 1751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组合 156"/>
          <p:cNvGrpSpPr/>
          <p:nvPr/>
        </p:nvGrpSpPr>
        <p:grpSpPr>
          <a:xfrm rot="10800000">
            <a:off x="8378673" y="4532642"/>
            <a:ext cx="605360" cy="577023"/>
            <a:chOff x="2371522" y="5231147"/>
            <a:chExt cx="430978" cy="384779"/>
          </a:xfrm>
        </p:grpSpPr>
        <p:cxnSp>
          <p:nvCxnSpPr>
            <p:cNvPr id="158" name="直接连接符 157"/>
            <p:cNvCxnSpPr/>
            <p:nvPr/>
          </p:nvCxnSpPr>
          <p:spPr>
            <a:xfrm flipH="1">
              <a:off x="2371522" y="5231147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 rot="10800000" flipH="1" flipV="1">
              <a:off x="2374304" y="5422948"/>
              <a:ext cx="428196" cy="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组合 173"/>
          <p:cNvGrpSpPr/>
          <p:nvPr/>
        </p:nvGrpSpPr>
        <p:grpSpPr>
          <a:xfrm>
            <a:off x="7796529" y="1655504"/>
            <a:ext cx="606717" cy="577023"/>
            <a:chOff x="2371522" y="5231147"/>
            <a:chExt cx="430978" cy="384779"/>
          </a:xfrm>
        </p:grpSpPr>
        <p:cxnSp>
          <p:nvCxnSpPr>
            <p:cNvPr id="175" name="直接连接符 174"/>
            <p:cNvCxnSpPr/>
            <p:nvPr/>
          </p:nvCxnSpPr>
          <p:spPr>
            <a:xfrm flipH="1">
              <a:off x="2371522" y="5231147"/>
              <a:ext cx="103" cy="3847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 rot="10800000" flipH="1" flipV="1">
              <a:off x="2374304" y="5422948"/>
              <a:ext cx="428196" cy="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8" name="直接箭头连接符 177"/>
          <p:cNvCxnSpPr/>
          <p:nvPr/>
        </p:nvCxnSpPr>
        <p:spPr>
          <a:xfrm flipH="1">
            <a:off x="2312416" y="4675660"/>
            <a:ext cx="28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/>
        </p:nvCxnSpPr>
        <p:spPr>
          <a:xfrm flipH="1">
            <a:off x="2326513" y="2409486"/>
            <a:ext cx="28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/>
          <p:nvPr/>
        </p:nvCxnSpPr>
        <p:spPr>
          <a:xfrm>
            <a:off x="3541546" y="5627397"/>
            <a:ext cx="0" cy="239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/>
          <p:nvPr/>
        </p:nvCxnSpPr>
        <p:spPr>
          <a:xfrm>
            <a:off x="4923576" y="3334709"/>
            <a:ext cx="0" cy="239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/>
          <p:nvPr/>
        </p:nvCxnSpPr>
        <p:spPr>
          <a:xfrm>
            <a:off x="5833585" y="2406184"/>
            <a:ext cx="2898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/>
        </p:nvCxnSpPr>
        <p:spPr>
          <a:xfrm>
            <a:off x="5971374" y="1241871"/>
            <a:ext cx="2898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/>
          <p:cNvCxnSpPr/>
          <p:nvPr/>
        </p:nvCxnSpPr>
        <p:spPr>
          <a:xfrm>
            <a:off x="8980125" y="4821154"/>
            <a:ext cx="28989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 flipH="1" flipV="1">
            <a:off x="3542437" y="1203805"/>
            <a:ext cx="151" cy="2945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 flipH="1">
            <a:off x="7508827" y="1941604"/>
            <a:ext cx="28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组合 195"/>
          <p:cNvGrpSpPr/>
          <p:nvPr/>
        </p:nvGrpSpPr>
        <p:grpSpPr>
          <a:xfrm rot="16200000">
            <a:off x="5267801" y="4645864"/>
            <a:ext cx="1185848" cy="297105"/>
            <a:chOff x="1958252" y="5324475"/>
            <a:chExt cx="844249" cy="198120"/>
          </a:xfrm>
        </p:grpSpPr>
        <p:grpSp>
          <p:nvGrpSpPr>
            <p:cNvPr id="198" name="组合 197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201" name="椭圆 200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2" name="椭圆 201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99" name="直接连接符 198"/>
            <p:cNvCxnSpPr>
              <a:stCxn id="202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/>
            <p:cNvCxnSpPr>
              <a:endCxn id="201" idx="2"/>
            </p:cNvCxnSpPr>
            <p:nvPr/>
          </p:nvCxnSpPr>
          <p:spPr>
            <a:xfrm rot="5400000" flipH="1" flipV="1">
              <a:off x="2157272" y="5224514"/>
              <a:ext cx="1" cy="3980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/>
          <p:cNvGrpSpPr/>
          <p:nvPr/>
        </p:nvGrpSpPr>
        <p:grpSpPr>
          <a:xfrm rot="16200000">
            <a:off x="6134432" y="4645864"/>
            <a:ext cx="1185848" cy="297105"/>
            <a:chOff x="1958252" y="5324475"/>
            <a:chExt cx="844249" cy="198120"/>
          </a:xfrm>
        </p:grpSpPr>
        <p:grpSp>
          <p:nvGrpSpPr>
            <p:cNvPr id="205" name="组合 204"/>
            <p:cNvGrpSpPr/>
            <p:nvPr/>
          </p:nvGrpSpPr>
          <p:grpSpPr>
            <a:xfrm>
              <a:off x="2356294" y="5324475"/>
              <a:ext cx="282424" cy="198120"/>
              <a:chOff x="2386139" y="5311140"/>
              <a:chExt cx="282424" cy="198120"/>
            </a:xfrm>
          </p:grpSpPr>
          <p:sp>
            <p:nvSpPr>
              <p:cNvPr id="208" name="椭圆 207"/>
              <p:cNvSpPr/>
              <p:nvPr/>
            </p:nvSpPr>
            <p:spPr>
              <a:xfrm>
                <a:off x="2386139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椭圆 208"/>
              <p:cNvSpPr/>
              <p:nvPr/>
            </p:nvSpPr>
            <p:spPr>
              <a:xfrm>
                <a:off x="2478063" y="5311140"/>
                <a:ext cx="190500" cy="19812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06" name="直接连接符 205"/>
            <p:cNvCxnSpPr>
              <a:stCxn id="209" idx="6"/>
            </p:cNvCxnSpPr>
            <p:nvPr/>
          </p:nvCxnSpPr>
          <p:spPr>
            <a:xfrm rot="5400000" flipV="1">
              <a:off x="2720609" y="5341645"/>
              <a:ext cx="1" cy="1637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>
              <a:endCxn id="208" idx="2"/>
            </p:cNvCxnSpPr>
            <p:nvPr/>
          </p:nvCxnSpPr>
          <p:spPr>
            <a:xfrm rot="5400000" flipH="1" flipV="1">
              <a:off x="2157272" y="5224514"/>
              <a:ext cx="1" cy="3980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0" name="直接连接符 209"/>
          <p:cNvCxnSpPr/>
          <p:nvPr/>
        </p:nvCxnSpPr>
        <p:spPr>
          <a:xfrm flipH="1" flipV="1">
            <a:off x="6314267" y="3595042"/>
            <a:ext cx="1" cy="559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flipH="1" flipV="1">
            <a:off x="5242566" y="5445463"/>
            <a:ext cx="1" cy="559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flipH="1" flipV="1">
            <a:off x="7414326" y="5433348"/>
            <a:ext cx="1" cy="5590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椭圆 212"/>
          <p:cNvSpPr/>
          <p:nvPr/>
        </p:nvSpPr>
        <p:spPr>
          <a:xfrm rot="5400000">
            <a:off x="3516800" y="2374030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椭圆 213"/>
          <p:cNvSpPr/>
          <p:nvPr/>
        </p:nvSpPr>
        <p:spPr>
          <a:xfrm rot="5400000">
            <a:off x="2575177" y="2374803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椭圆 214"/>
          <p:cNvSpPr/>
          <p:nvPr/>
        </p:nvSpPr>
        <p:spPr>
          <a:xfrm rot="5400000">
            <a:off x="3516800" y="1478803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椭圆 215"/>
          <p:cNvSpPr/>
          <p:nvPr/>
        </p:nvSpPr>
        <p:spPr>
          <a:xfrm rot="5400000">
            <a:off x="4899279" y="2378048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椭圆 216"/>
          <p:cNvSpPr/>
          <p:nvPr/>
        </p:nvSpPr>
        <p:spPr>
          <a:xfrm rot="5400000">
            <a:off x="5810795" y="2369490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椭圆 217"/>
          <p:cNvSpPr/>
          <p:nvPr/>
        </p:nvSpPr>
        <p:spPr>
          <a:xfrm rot="5400000">
            <a:off x="4893758" y="1211278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椭圆 218"/>
          <p:cNvSpPr/>
          <p:nvPr/>
        </p:nvSpPr>
        <p:spPr>
          <a:xfrm rot="5400000">
            <a:off x="5964269" y="1211278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椭圆 219"/>
          <p:cNvSpPr/>
          <p:nvPr/>
        </p:nvSpPr>
        <p:spPr>
          <a:xfrm rot="5400000">
            <a:off x="7770230" y="1912645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椭圆 220"/>
          <p:cNvSpPr/>
          <p:nvPr/>
        </p:nvSpPr>
        <p:spPr>
          <a:xfrm rot="5400000">
            <a:off x="8376948" y="1912645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椭圆 221"/>
          <p:cNvSpPr/>
          <p:nvPr/>
        </p:nvSpPr>
        <p:spPr>
          <a:xfrm rot="5400000">
            <a:off x="8376948" y="4788154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椭圆 222"/>
          <p:cNvSpPr/>
          <p:nvPr/>
        </p:nvSpPr>
        <p:spPr>
          <a:xfrm rot="5400000">
            <a:off x="8961500" y="4788154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椭圆 223"/>
          <p:cNvSpPr/>
          <p:nvPr/>
        </p:nvSpPr>
        <p:spPr>
          <a:xfrm rot="5400000">
            <a:off x="3518672" y="4639935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椭圆 224"/>
          <p:cNvSpPr/>
          <p:nvPr/>
        </p:nvSpPr>
        <p:spPr>
          <a:xfrm rot="5400000">
            <a:off x="3516800" y="5601494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椭圆 225"/>
          <p:cNvSpPr/>
          <p:nvPr/>
        </p:nvSpPr>
        <p:spPr>
          <a:xfrm rot="5400000">
            <a:off x="2571082" y="4649329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7140834" y="400469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33kV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7704890" y="5261680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11kV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320" y="3739330"/>
            <a:ext cx="402371" cy="493819"/>
          </a:xfrm>
          <a:prstGeom prst="rect">
            <a:avLst/>
          </a:prstGeom>
        </p:spPr>
      </p:pic>
      <p:pic>
        <p:nvPicPr>
          <p:cNvPr id="233" name="图片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78" y="4957361"/>
            <a:ext cx="402371" cy="493819"/>
          </a:xfrm>
          <a:prstGeom prst="rect">
            <a:avLst/>
          </a:prstGeom>
        </p:spPr>
      </p:pic>
      <p:pic>
        <p:nvPicPr>
          <p:cNvPr id="234" name="图片 2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537" y="4939529"/>
            <a:ext cx="402371" cy="493819"/>
          </a:xfrm>
          <a:prstGeom prst="rect">
            <a:avLst/>
          </a:prstGeom>
        </p:spPr>
      </p:pic>
      <p:pic>
        <p:nvPicPr>
          <p:cNvPr id="235" name="图片 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380" y="5465986"/>
            <a:ext cx="402371" cy="493819"/>
          </a:xfrm>
          <a:prstGeom prst="rect">
            <a:avLst/>
          </a:prstGeom>
        </p:spPr>
      </p:pic>
      <p:pic>
        <p:nvPicPr>
          <p:cNvPr id="236" name="图片 2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140" y="5478101"/>
            <a:ext cx="402371" cy="493819"/>
          </a:xfrm>
          <a:prstGeom prst="rect">
            <a:avLst/>
          </a:prstGeom>
        </p:spPr>
      </p:pic>
      <p:pic>
        <p:nvPicPr>
          <p:cNvPr id="237" name="图片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259" y="4939529"/>
            <a:ext cx="402371" cy="493819"/>
          </a:xfrm>
          <a:prstGeom prst="rect">
            <a:avLst/>
          </a:prstGeom>
        </p:spPr>
      </p:pic>
      <p:pic>
        <p:nvPicPr>
          <p:cNvPr id="238" name="图片 2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514" y="4939440"/>
            <a:ext cx="402371" cy="493819"/>
          </a:xfrm>
          <a:prstGeom prst="rect">
            <a:avLst/>
          </a:prstGeom>
        </p:spPr>
      </p:pic>
      <p:sp>
        <p:nvSpPr>
          <p:cNvPr id="239" name="文本框 238"/>
          <p:cNvSpPr txBox="1"/>
          <p:nvPr/>
        </p:nvSpPr>
        <p:spPr>
          <a:xfrm>
            <a:off x="2998560" y="5707770"/>
            <a:ext cx="994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LP1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1616260" y="4079049"/>
            <a:ext cx="93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LP2</a:t>
            </a:r>
          </a:p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1675629" y="1816172"/>
            <a:ext cx="933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LP3</a:t>
            </a:r>
          </a:p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2577360" y="830337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LP4</a:t>
            </a:r>
          </a:p>
          <a:p>
            <a:pPr algn="r"/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</a:t>
            </a:r>
            <a:endParaRPr lang="zh-CN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4293973" y="3380058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LP5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5933661" y="2417756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LP6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6034412" y="1361392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LP7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endParaRPr lang="zh-CN" alt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9125071" y="4861185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LP8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users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7142177" y="2012583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LP9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users</a:t>
            </a:r>
          </a:p>
        </p:txBody>
      </p:sp>
      <p:cxnSp>
        <p:nvCxnSpPr>
          <p:cNvPr id="249" name="肘形连接符 248"/>
          <p:cNvCxnSpPr>
            <a:stCxn id="218" idx="2"/>
            <a:endCxn id="221" idx="2"/>
          </p:cNvCxnSpPr>
          <p:nvPr/>
        </p:nvCxnSpPr>
        <p:spPr>
          <a:xfrm rot="16200000" flipH="1">
            <a:off x="6310968" y="-176975"/>
            <a:ext cx="701367" cy="3483190"/>
          </a:xfrm>
          <a:prstGeom prst="bentConnector3">
            <a:avLst>
              <a:gd name="adj1" fmla="val -90338"/>
            </a:avLst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6527178" y="525523"/>
            <a:ext cx="348731" cy="122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6433797" y="630393"/>
            <a:ext cx="11384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 switch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5398157" y="510779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3531411" y="438792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3546974" y="536420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2588676" y="4411789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文本框 257"/>
          <p:cNvSpPr txBox="1"/>
          <p:nvPr/>
        </p:nvSpPr>
        <p:spPr>
          <a:xfrm>
            <a:off x="3518189" y="239693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文本框 257"/>
          <p:cNvSpPr txBox="1"/>
          <p:nvPr/>
        </p:nvSpPr>
        <p:spPr>
          <a:xfrm>
            <a:off x="2578553" y="2397909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文本框 257"/>
          <p:cNvSpPr txBox="1"/>
          <p:nvPr/>
        </p:nvSpPr>
        <p:spPr>
          <a:xfrm>
            <a:off x="3518189" y="1448268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文本框 257"/>
          <p:cNvSpPr txBox="1"/>
          <p:nvPr/>
        </p:nvSpPr>
        <p:spPr>
          <a:xfrm>
            <a:off x="4650302" y="212244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文本框 257"/>
          <p:cNvSpPr txBox="1"/>
          <p:nvPr/>
        </p:nvSpPr>
        <p:spPr>
          <a:xfrm>
            <a:off x="4920056" y="3048960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椭圆 264"/>
          <p:cNvSpPr/>
          <p:nvPr/>
        </p:nvSpPr>
        <p:spPr>
          <a:xfrm rot="5400000">
            <a:off x="4893758" y="3304736"/>
            <a:ext cx="52598" cy="5791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文本框 257"/>
          <p:cNvSpPr txBox="1"/>
          <p:nvPr/>
        </p:nvSpPr>
        <p:spPr>
          <a:xfrm>
            <a:off x="5537655" y="23536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文本框 257"/>
          <p:cNvSpPr txBox="1"/>
          <p:nvPr/>
        </p:nvSpPr>
        <p:spPr>
          <a:xfrm>
            <a:off x="4546257" y="1107075"/>
            <a:ext cx="35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文本框 257"/>
          <p:cNvSpPr txBox="1"/>
          <p:nvPr/>
        </p:nvSpPr>
        <p:spPr>
          <a:xfrm>
            <a:off x="5641252" y="120813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57"/>
          <p:cNvSpPr txBox="1"/>
          <p:nvPr/>
        </p:nvSpPr>
        <p:spPr>
          <a:xfrm>
            <a:off x="8039045" y="453557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57"/>
          <p:cNvSpPr txBox="1"/>
          <p:nvPr/>
        </p:nvSpPr>
        <p:spPr>
          <a:xfrm>
            <a:off x="8637207" y="453557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57"/>
          <p:cNvSpPr txBox="1"/>
          <p:nvPr/>
        </p:nvSpPr>
        <p:spPr>
          <a:xfrm>
            <a:off x="8403010" y="182671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57"/>
          <p:cNvSpPr txBox="1"/>
          <p:nvPr/>
        </p:nvSpPr>
        <p:spPr>
          <a:xfrm>
            <a:off x="7750047" y="168532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852177" y="4887475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7426721" y="4964636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文本框 273"/>
          <p:cNvSpPr txBox="1"/>
          <p:nvPr/>
        </p:nvSpPr>
        <p:spPr>
          <a:xfrm>
            <a:off x="4852177" y="5675749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3"/>
          <p:cNvSpPr txBox="1"/>
          <p:nvPr/>
        </p:nvSpPr>
        <p:spPr>
          <a:xfrm>
            <a:off x="7420144" y="5741778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2914229" y="6150525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0.8668 MW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1458859" y="4707296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0.8668 MW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1572265" y="2457998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0.8668 MW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2658826" y="595682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0.9167 MW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4291779" y="3812492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0.9167 MW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5943279" y="2876018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0.75 MW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6111498" y="1810055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0.75 MW</a:t>
            </a:r>
          </a:p>
        </p:txBody>
      </p:sp>
      <p:sp>
        <p:nvSpPr>
          <p:cNvPr id="165" name="文本框 164"/>
          <p:cNvSpPr txBox="1"/>
          <p:nvPr/>
        </p:nvSpPr>
        <p:spPr>
          <a:xfrm>
            <a:off x="7127685" y="2453051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1.8721 MW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9057456" y="5300706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1.6279 MW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5672591" y="4386051"/>
            <a:ext cx="400106" cy="4397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/>
          <p:nvPr/>
        </p:nvCxnSpPr>
        <p:spPr>
          <a:xfrm flipV="1">
            <a:off x="6542302" y="4408932"/>
            <a:ext cx="400106" cy="4397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89154" y="2712366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9145974" y="5569457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2747344" y="262395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4330500" y="4047604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5929535" y="3149411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6096000" y="2053714"/>
            <a:ext cx="876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HVACs</a:t>
            </a:r>
          </a:p>
        </p:txBody>
      </p:sp>
    </p:spTree>
    <p:extLst>
      <p:ext uri="{BB962C8B-B14F-4D97-AF65-F5344CB8AC3E}">
        <p14:creationId xmlns:p14="http://schemas.microsoft.com/office/powerpoint/2010/main" val="84210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75</Words>
  <Application>Microsoft Office PowerPoint</Application>
  <PresentationFormat>宽屏</PresentationFormat>
  <Paragraphs>57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wanyx</dc:creator>
  <cp:lastModifiedBy>Thinkpad</cp:lastModifiedBy>
  <cp:revision>17</cp:revision>
  <dcterms:created xsi:type="dcterms:W3CDTF">2019-01-24T06:56:33Z</dcterms:created>
  <dcterms:modified xsi:type="dcterms:W3CDTF">2021-03-10T09:39:17Z</dcterms:modified>
</cp:coreProperties>
</file>